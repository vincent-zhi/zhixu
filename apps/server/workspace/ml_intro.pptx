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开场介绍机器学习的定义和核心概念，强调从数据中学习的思想，区别于传统编程范式。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分类讲解三种主要学习范式，用具体例子帮助听众理解每种类型的适用场景。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给出清晰的学习路径图，强调理论与实践结合，推荐优质免费资源和入门项目。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什么是机器学习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机器学习（Machine Learning）是人工智能的核心分支，它使计算机能够从数据中自动学习模式和规律，而不需要显式编程。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核心思想：通过经验（数据）自动改善性能。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经典定义（Arthur Samuel, 1959）：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"赋予计算机无需明确编程即可学习的能力"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关键要素：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数据：学习的基础原料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模型：用于表示学习到的模式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算法：从数据中学习模型的方法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评估：衡量模型效果的标准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机器学习的类型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根据训练数据和反馈方式，主要分为三类：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1️⃣ 监督学习（Supervised Learning）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   • 使用带标签的数据训练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   • 任务：分类（如垃圾邮件检测）和回归（如房价预测）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   • 常见算法：线性回归、决策树、SVM、神经网络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2️⃣ 无监督学习（Unsupervised Learning）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   • 使用无标签数据，让模型自行发现结构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   • 任务：聚类（如客户分群）和降维（如数据可视化）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   • 常见算法：K-Means、DBSCAN、主成分分析（PCA）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3️⃣ 强化学习（Reinforcement Learning）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   • 智能体通过与环境交互，根据奖惩信号学习策略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   • 应用：游戏AI、机器人控制、自动驾驶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   • 代表算法：Q-Learning、Deep Q-Network (DQN)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如何开始学习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推荐的学习路线和资源：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📚 基础知识储备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数学基础：线性代数、概率统计、微积分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编程基础：Python（推荐）、NumPy、Pandas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🎯 学习路线建议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1. 入门理论：吴恩达《Machine Learning》课程（Coursera）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2. 动手实践：Kaggle竞赛平台，从Titanic等入门项目开始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3. 深入学习：《统计学习方法》（李航）或《ISLR》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4. 框架实战：Scikit-learn → TensorFlow/PyTorch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🛠️ 常用工具和框架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Scikit-learn：经典ML算法一站式工具包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TensorFlow / PyTorch：深度学习框架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Jupyter Notebook：交互式编程环境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💡 学习建议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• 理论学习与代码实践并重，多动手、多项目实战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机器学习入门</dc:title>
  <dc:subject>PptxGenJS Presentation</dc:subject>
  <dc:creator>知序 AI</dc:creator>
  <cp:lastModifiedBy>知序 AI</cp:lastModifiedBy>
  <cp:revision>1</cp:revision>
  <dcterms:created xsi:type="dcterms:W3CDTF">2026-05-25T10:41:32Z</dcterms:created>
  <dcterms:modified xsi:type="dcterms:W3CDTF">2026-05-25T10:41:32Z</dcterms:modified>
</cp:coreProperties>
</file>