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解释机器学习的核心思想：让计算机从数据中学习，而不是通过硬编码规则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12192000" cy="54864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机器学习入门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从基础概念到核心算法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  什么是机器学习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  机器学习的主要分类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  监督学习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  无监督学习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  强化学习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  常用算法简介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  应用场景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   学习资源推荐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什么是机器学习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机器学习定义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Arthur Samuel (1959): "让计算机无需明确编程即可学习的能力"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从数据中自动发现模式与规律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利用经验（历史数据）来改善系统性能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核心：数据 + 模型 + 优化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 VS 传统编程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传统编程：规则 + 数据 → 答案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机器学习：答案 + 数据 → 规则（模型）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传统编程：人工定义逻辑规则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机器学习：模型从数据中自动学习规则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当规则难以人工定义时，ML优势明显（如图像识别）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机器学习的主要分类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三大学习范式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监督学习（Supervised Learning）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数据有标签，学习输入到输出的映射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无监督学习（Unsupervised Learning）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数据无标签，发现数据内在结构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强化学习（Reinforcement Learning）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智能体与环境交互，通过奖惩学习策略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监督学习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回归（Regression）：预测连续值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如房价预测、温度预测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分类（Classification）：预测离散类别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如垃圾邮件检测、图像分类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常见算法：线性回归、逻辑回归、决策树、SVM、KNN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衡量指标：准确率、精确率、召回率、F1分数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无监督学习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聚类（Clustering）：将相似样本分组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如客户分群、文档主题聚类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降维（Dimensionality Reduction）：压缩数据维度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如数据可视化、特征提取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常见算法：K-Means、DBSCAN、PCA、t-SNE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应用：异常检测、推荐系统、基因表达分析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核心要素：智能体(Agent)、环境(Environment)、动作(Action)、奖励(Reward)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目标：学习最优策略以最大化累计奖励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经典算法：Q-Learning、DQN、PPO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著名案例：AlphaGo、自动驾驶、机器人控制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常用算法简介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主流机器学习算法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线性回归 / 逻辑回归 — 基础且高效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决策树与随机森林 — 可解释性强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支持向量机(SVM) — 小样本优秀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K近邻(KNN) — 简单直观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 / 深度学习 — 复杂模式识别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XGBoost / LightGBM — 竞赛利器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深度学习简介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深度学习 = 多层神经网络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卷积神经网络(CNN) — 图像处理的主力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循环神经网络(RNN) / Transformer — 序列建模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大规模数据 + GPU算力 + 端到端学习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代表应用：ChatGPT、Stable Diffusion、AlphaFold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60A5FA">
                    <a:alpha val="6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应用场景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0" y="448056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机器学习的行业应用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医疗健康：疾病诊断、药物发现、医学影像分析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金融科技：风控评估、量化交易、反欺诈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电商零售：个性化推荐、需求预测、智能定价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自动驾驶：目标检测、路径规划、行为预测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自然语言处理：机器翻译、情感分析、智能客服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计算机视觉：人脸识别、安防监控、AR/VR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学习资源推荐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1097280"/>
            <a:ext cx="121920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76809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在线课程：Andrew Ng《Machine Learning》(Coursera)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经典书籍：《统计学习方法》李航 / 《西瓜书》周志华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实践平台：Kaggle、天池、AI Studio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框架工具：Scikit-learn、TensorFlow、PyTorch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论文追踪：ArXiv、Papers With Code</a:t>
            </a:r>
            <a:endParaRPr lang="en-US" sz="1500" dirty="0"/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en-US" sz="15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建议：理论 + 实践 + 项目三管齐下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知序 AI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谢谢观看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0" y="4206240"/>
            <a:ext cx="2743200" cy="36576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 知序 AI 生成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机器学习入门</dc:title>
  <dc:subject>PptxGenJS Presentation</dc:subject>
  <dc:creator>知序 AI</dc:creator>
  <cp:lastModifiedBy>知序 AI</cp:lastModifiedBy>
  <cp:revision>1</cp:revision>
  <dcterms:created xsi:type="dcterms:W3CDTF">2026-05-25T14:14:27Z</dcterms:created>
  <dcterms:modified xsi:type="dcterms:W3CDTF">2026-05-25T14:14:27Z</dcterms:modified>
</cp:coreProperties>
</file>