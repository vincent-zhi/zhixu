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解释ML的定义和与传统编程的本质区别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讲解ML项目的标准流程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监督学习的核心概念和代表算法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无监督学习的特点和应用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强化学习的基本框架和经典案例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对比各种算法的优缺点和适用场景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根据实际需求选择合适算法的决策指南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展示ML在各行业的广泛应用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讨论ML当前面临的主要挑战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机器学习入门与核心概念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从基础到实践 | 人工智能核心驱动力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 什么是机器学习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 机器学习三大类型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 监督学习详解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 无监督学习详解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 强化学习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 常用算法对比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 应用场景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  总结与展望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什么是机器学习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机器学习的定义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Arthur Samuel (1959): 让计算机具备无需明确编程即可学习的能力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Tom Mitchell (1997): 程序从经验E中学习，改进任务T的性能P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核心思想：从数据中自动发现模式与规律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与传统编程的区别：数据+规则→答案 VS 数据+答案→规则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目标是构建能够泛化到新数据的模型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机器学习工作流程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数据收集：获取原始数据（结构化/非结构化）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数据预处理：清洗、归一化、特征工程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模型选择：根据任务类型选择合适的算法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模型训练：使用训练数据拟合模型参数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模型评估：使用验证/测试集评估性能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模型部署：将模型应用到实际场景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机器学习三大类型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监督学习 (Supervised Learning)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定义：使用带标签的数据进行训练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输入X → 模型 → 输出Y（已知标签）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目标：学习从X到Y的映射函数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典型任务：回归（预测连续值）、分类（预测离散类别）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常见算法：线性回归、决策树、SVM、神经网络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评估指标：准确率、精确率、召回率、F1、MSE、R²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 (Unsupervised Learning)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定义：使用无标签数据进行训练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目标：发现数据内在的结构和模式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典型任务：聚类（分组）、降维（简化数据）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常见算法：K-Means、DBSCAN、PCA、t-SNE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应用场景：客户分群、异常检测、特征提取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评估指标：轮廓系数、Davies-Bouldin指数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 (Reinforcement Learning)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定义：智能体通过与环境的交互学习最优策略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核心要素：状态(S)、动作(A)、奖励(R)、策略(π)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目标：最大化累积奖励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 vs 利用的平衡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常见算法：Q-Learning、Deep Q-Network、PPO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经典应用：AlphaGo、自动驾驶、机器人控制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常用算法对比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主流算法速览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线性回归：简单快速，适合线性关系预测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逻辑回归：分类基准模型，可解释性强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决策树：直观易懂，容易过拟合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随机森林：集成学习，抗过拟合能力强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支持向量机(SVM)：高维数据表现优异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K近邻(KNN)：简单有效，计算成本高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神经网络/深度学习：复杂模式识别，需要大量数据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K-Means：经典聚类，需预设K值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如何选择算法？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数据量大小：小数据→简单模型，大数据→深度学习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特征维度：高维→SVM/PCA降维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可解释性需求：高→决策树/线性回归，低→神经网络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训练时间要求：短→KNN/朴素贝叶斯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精度要求：高→集成方法/XGBoost/深度学习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任务类型：回归/分类/聚类/降维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机器学习在各领域的应用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计算机视觉：图像识别、人脸检测、医学影像诊断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🗣️ 自然语言处理：机器翻译、情感分析、智能客服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🛒 推荐系统：电商推荐、视频推荐、广告定向投放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医疗健康：疾病预测、药物发现、基因分析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🚗 自动驾驶：环境感知、路径规划、决策控制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金融风控：信用评分、欺诈检测、量化交易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🎵 创意生成：AI绘画、音乐创作、内容生成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面临的挑战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数据质量与数量：标注数据昂贵，数据偏差问题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模型可解释性：黑箱模型难以信任和调试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过拟合与泛化：模型在训练集过好，测试集变差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计算资源：深度学习需要大量GPU和算力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公平性与偏见：模型可能放大训练数据中的偏见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隐私保护：数据安全与合规问题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知序 AI 生成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机器学习入门与核心概念</dc:title>
  <dc:subject>PptxGenJS Presentation</dc:subject>
  <dc:creator>知序 AI</dc:creator>
  <cp:lastModifiedBy>知序 AI</cp:lastModifiedBy>
  <cp:revision>1</cp:revision>
  <dcterms:created xsi:type="dcterms:W3CDTF">2026-05-25T14:08:42Z</dcterms:created>
  <dcterms:modified xsi:type="dcterms:W3CDTF">2026-05-25T14:08:42Z</dcterms:modified>
</cp:coreProperties>
</file>