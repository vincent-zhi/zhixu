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开场白：先问大家一个问题——最近用ChatGPT、文心一言或者其他AI工具的同学举个手？好，那今天我们就来聊聊AI对我们未来职业到底意味着什么。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快速过一遍目录，让大家对整体内容有个框架认知。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强调AI的发展速度是指数级的，不是线性增长。从2016到2024，短短8年时间AI从下棋变成了我们日常使用的工具。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每个案例都可以展开说。特别强调AI在"创造性"领域（绘画、写作）的突破，打破大家"AI只能做重复劳动"的刻板印象。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强调核心观点：AI不是让某个职业彻底消失，而是改变了这个职业的工作方式和所需技能。比如会计不再需要手动记账，但需要懂数据分析。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重点是解释为什么这些职业安全——因为它们需要人类的共情、信任、判断力、创造力和身体交互。AI做得越好，人类的价值就越体现在AI做不好的事情上。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这是一张"定调"的幻灯片。用历史类比让大家明白：技术革命从来都是"毁灭与创造并存"。关键是我们要站在创造的一方。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强调：AI不是学不学的问题，而是怎么用好它的问题。会用AI的人和不会用AI的人，效率差距可能是10倍。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这个部分要有号召力！用鼓舞的语气告诉大家：AI时代反而是个人能力被放大的时代——因为你用AI可以做到以前10个人才能做的事。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最后一页要有力量，最好能留一个互动问题让大家讨论："你觉得自己未来想从事的职业，AI会带来什么变化？"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展示资料的可信度，也是课堂作业的要求。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AI时代，我们会被淘汰吗？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人工智能与未来职业的思考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—— 课堂展示 ——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知序 | AI学习科研助手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目录 |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1. AI的爆发：从科幻到日常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2. AI能做什么？——震撼案例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3. 哪些职业最可能被AI影响？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4. 哪些职业最"安全"？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5. AI不是取代你，而是重新定义你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6. 大学生应对策略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7. 总结与思考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01  AI的爆发：从科幻到日常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▸ 2016年：AlphaGo击败李世石，AI引起全球关注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▸ 2022年：ChatGPT发布，两个月用户破亿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▸ 2023年：GPT-4、Midjourney V5、Sora视频生成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▸ 2024年：AI Agent、AI编程、AI办公全面渗透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📊 数据：麦肯锡报告预测，到2030年全球约4亿个岗位可能被AI影响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02  AI能做什么？震撼案例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📝 写作与翻译：GPT-4通过美国律师资格考试，位居前10%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🎨 绘画与设计：Midjourney作品获国际艺术大赛金奖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💻 编程与开发：GitHub Copilot已生成超46%的新代码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🎬 视频与音乐：Sora一键生成60秒高清视频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🔬 科研与医疗：AlphaFold预测2亿+蛋白质结构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💰 金融与投资：AI量化基金年化收益跑赢90%人类经理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03  哪些职业最可能被AI影响？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🔴 高危职业（重复性/规则性工作）：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客服/电话销售 → AI语音客服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数据录入/基础会计 → 自动化处理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翻译（初级） → AI翻译质量持续提升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基础文案写作 → AIGC内容生成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工厂流水线 → 工业机器人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⚠️ 注意：不是"消失"，而是"岗位结构变化"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04  哪些职业相对"安全"？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🟢 低风险职业（需要深度人际/创造力）：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心理咨询师 — 共情与信任无法替代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医生/护士 — 临床判断与人文关怀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教师（特别是基础教育） — 言传身教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高级管理者/战略决策者 — 复杂判断与领导力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艺术家/作家（顶尖） — 独特视角与灵魂表达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手工艺人 — 匠心与个性化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💡 核心规律：AI替代的是"任务"，而不是"职业"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05  AI不是取代你，而是重新定义你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📌 历史上的技术革命也是如此：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汽车出现 → 马车夫失业，但司机、修理工、加油站诞生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互联网出现 → 报纸衰落，但新媒体、电商、直播诞生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🤖 AI时代：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旧岗位消失 → 新岗位诞生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提示词工程师（Prompt Engineer）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AI训练师/标注师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AI伦理合规官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人机协作设计师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AI产品经理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06  大学生应对策略（上）——能力升级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🔧 硬技能：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学会使用AI工具（ChatGPT、Copilot、Midjourney等）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数据分析能力（Python/SQL/Excel）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跨学科知识储备（T型人才）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🧠 软技能：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批判性思维 — 判断AI输出的准确性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沟通与协作 — 人类独有的团队价值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快速学习能力 — 唯一不变的只有变化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创造力 — 提出AI想不到的问题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07  大学生应对策略（下）——行动指南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🎯 给大学生的4个具体行动建议：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1️⃣ 拥抱AI，而不是抗拒它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 → 每周花2小时探索一个新AI工具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2️⃣ 深耕一个专业方向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 → AI是工具，专业深度才是护城河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3️⃣ 培养"人无我有"的特质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 → 领导力、共情力、审美力、判断力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4️⃣ 保持终身学习的心态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 → 未来最稀缺的能力是"学会学习"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总结：AI时代，人才是主角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✨ AI不会淘汰你，但会用AI的人可能会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✨ 与其担心被取代，不如思考如何借力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✨ 最好的策略是：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 人类负责"为什么做"和"做得更好"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 AI负责"怎么做"和"快速做完"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💪 未来已来，你准备好了吗？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参考文献与资料来源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McKinsey Global Institute (2023) — "Jobs Lost, Jobs Gained"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OpenAI (2023) — GPT-4 Technical Report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Goldman Sachs (2023) — "The Potentially Large Effects of AI on Economic Growth"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World Economic Forum (2023) — "Future of Jobs Report"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中国信通院 — 《人工智能发展报告》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📢 感谢聆听！欢迎讨论交流 👏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AI时代，我们会被淘汰吗？——人工智能与未来职业的思考</dc:title>
  <dc:subject>PptxGenJS Presentation</dc:subject>
  <dc:creator>知序 AI</dc:creator>
  <cp:lastModifiedBy>知序 AI</cp:lastModifiedBy>
  <cp:revision>1</cp:revision>
  <dcterms:created xsi:type="dcterms:W3CDTF">2026-05-25T11:45:39Z</dcterms:created>
  <dcterms:modified xsi:type="dcterms:W3CDTF">2026-05-25T11:45:39Z</dcterms:modified>
</cp:coreProperties>
</file>