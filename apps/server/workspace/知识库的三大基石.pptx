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讲解结构化的基本概念和特点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说明结构化在实际场景中的应用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讲解向量化的核心概念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说明向量化的实际应用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讲解知识图谱化的核心概念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说明知识图谱化的实际应用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总结三大基石的互补关系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121920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知识库的三大基石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· 向量化 · 知识图谱化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  结构化：数据的有序组织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  向量化：语义的数学表达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  知识图谱化：关系的网络构建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  三大基石的协同与融合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什么是结构化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将无序数据转化为有固定模式、有规则的存储形式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核心要素：Schema定义、字段约束、数据类型、主外键关系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典型代表：关系型数据库、表格、JSON/XML等格式化数据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优势：查询高效、存储紧凑、便于统计分析和聚合运算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结构化的应用场景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企业ERP/CRM系统中的业务数据管理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知识库中的FAQ问答对、文档目录树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学术文献的元数据（标题、作者、摘要、关键词）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自动化规则引擎中的条件-动作规则表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什么是向量化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将文本、图像等非结构化数据映射到高维语义空间中的向量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核心思想：语义相近的内容在向量空间中距离也相近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关键技术：Word2Vec、BERT、Sentence Transformers、OpenAI Embeddings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优势：支持语义搜索、推荐系统、聚类分析等智能应用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向量化的应用场景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RAG（检索增强生成）——大模型外挂知识库的核心技术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语义相似度匹配——智能客服、论文查重、问答系统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多模态检索——图文互搜、以图搜图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异常检测——通过向量距离识别离群数据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知识图谱化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什么是知识图谱化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以图结构组织知识，用实体（节点）和关系（边）表达世界知识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核心要素：实体识别、关系抽取、属性填充、实体链接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典型代表：Google Knowledge Graph、Wikidata、企业知识图谱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优势：推理能力强、关系可解释、支持复杂关联查询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知识图谱化的应用场景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智能搜索——Google的KG增强搜索结果的知识卡片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风控与反欺诈——通过关系网络识别团伙欺诈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医疗辅助诊断——推理疾病-症状-药物的关联路径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推荐系统——基于知识路径的深度推荐解释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三大基石的关系与协同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结构化提供底层的规范化数据基础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向量化赋予语义理解与模糊匹配能力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知识图谱化呈现显式的逻辑关系网络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三者融合：结构化存储+向量语义检索+图谱关系推理，构建下一代智能知识库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知序 AI 生成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知识库的三大基石：结构化、向量化、知识图谱化</dc:title>
  <dc:subject>PptxGenJS Presentation</dc:subject>
  <dc:creator>知序 AI</dc:creator>
  <cp:lastModifiedBy>知序 AI</cp:lastModifiedBy>
  <cp:revision>1</cp:revision>
  <dcterms:created xsi:type="dcterms:W3CDTF">2026-05-25T14:02:43Z</dcterms:created>
  <dcterms:modified xsi:type="dcterms:W3CDTF">2026-05-25T14:02:43Z</dcterms:modified>
</cp:coreProperties>
</file>