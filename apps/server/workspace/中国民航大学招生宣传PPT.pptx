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开场页，营造航空氛围，突出校训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引导观众了解PPT整体结构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介绍学校基本定位和规模，突出行业唯一性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突出学校的悠久历史和行业积淀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重点展示学校的独特优势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详细介绍院系设置，突出王牌专业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师资和科研数据增强说服力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展示校园生活的丰富多彩，吸引考生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就业是考生最关注的部分，重点突出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提供实用的报考指导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联系方式齐全，方便考生咨询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逐梦蓝天 · 翱翔未来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中国民航大学2025年招生宣传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笃学精博 严谨创新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Civil Aviation University of China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目录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1. 学校概况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2. 历史沿革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3. 办学特色与优势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4. 院系与专业设置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5. 师资力量与科研实力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6. 校园文化与生活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7. 就业前景与校友风采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8. 招生政策与报考指南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9. 联系我们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学校概况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🏫 学校简介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中国民航大学（CAUC），直属于中国民用航空局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坐落于天津市，占地面积约2500亩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中国民用航空领域最高学府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教育部卓越工程师教育培养计划高校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被誉为"中国民航人才的摇篮"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在校生约3万人，其中研究生约5000人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历史沿革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📜 发展历程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1951年：中央人民政府军委民航局第二民用航空学校成立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1958年：更名成都民用航空机械专科学校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1963年：迁至天津，更名中国民用航空机械专科学校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1981年：升格为中国民用航空学院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2006年：更名中国民航大学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至今：已培养20万+民航专业人才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办学特色与优势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✈️ 四大核心优势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1️⃣ 行业背景深厚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  - 直属于民航局，深度产教融合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  - 国家级民航人才培养基地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2️⃣ 学科特色鲜明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  - 形成以民航为主干、多学科协调发展的学科体系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  - 航空宇航科学与技术、交通运输工程等优势学科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3️⃣ 实践平台强大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  - 国家级实验教学示范中心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  - 拥有飞行训练基地、机务维修实训中心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4️⃣ 国际交流广泛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  - 与欧美多国航空院校合作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  - ICAO(国际民航组织)合作伙伴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院系与专业设置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📚 主要学院及王牌专业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飞行技术学院 —— 飞行技术（全国顶尖）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航空工程学院 —— 飞行器动力工程、飞行器制造工程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空中交通管理学院 —— 交通运输（空管方向）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电子信息与自动化学院 —— 通信工程、自动化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经济与管理学院 —— 工商管理（民航运输管理）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理学院 —— 信息与计算科学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外国语学院 —— 英语（民航方向）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🏆 国家级特色专业：飞行技术、交通运输、飞行器动力工程、飞行器制造工程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师资力量与科研实力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👨‍🏫 师资队伍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专任教师1500+人，高级职称占比超50%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拥有中国工程院院士、国家杰出青年科学基金获得者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"双师型"教师比例高，具备民航行业实践经验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🔬 科研平台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国家空管运行安全技术重点实验室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中国民航航空地面特种设备研究基地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民航技术研究院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近年来承担国家级科研项目300余项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获国家级科技奖励多项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校园文化与生活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🎓 多彩校园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📍 校园环境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现代化教学楼、图书馆、体育馆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学生公寓配备空调、独立卫浴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👥 学生活动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航模队、飞行表演队全国知名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民航知识竞赛、模拟飞行大赛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各类社团100余个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🌍 国际交流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与美、英、法、澳等国外高校交换生项目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暑期国际航空夏令营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国际民航组织（ICAO）实习机会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就业前景与校友风采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💼 就业优势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毕业生就业率常年保持95%以上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民航系统内就业占比超过80%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平均薪资远超全国平均水平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✈️ 主要就业单位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三大国有航空：国航、东航、南航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各地方航空公司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空中交通管理局（各地区局）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各大机场集团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中国商飞、中航工业等制造企业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民航局及直属事业单位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👤 杰出校友遍布民航各领域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招生政策与报考指南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📋 2025年招生信息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🎯 招生类型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普通本科、飞行技术专业、艺术类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国家专项计划、地方专项计划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📝 报考条件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飞行技术专业：需通过民航体检（Ⅰ级体检标准）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交通运输（空管）：无色盲色弱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普通专业：参照各省录取政策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💡 报考建议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提前了解各专业体检要求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建议第一志愿填报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关注各省招生代码及批次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联系我们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📞 招生咨询方式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地址：天津市东丽区津北公路2898号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邮编：300300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招生网址：https://www.cauc.edu.cn/zs/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招生热线：022-24092188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微信公众号：中国民航大学招生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🌟 欢迎报考中国民航大学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     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   让梦想从这里起飞！🛫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中国民航大学招生宣传</dc:title>
  <dc:subject>PptxGenJS Presentation</dc:subject>
  <dc:creator>知序 AI</dc:creator>
  <cp:lastModifiedBy>知序 AI</cp:lastModifiedBy>
  <cp:revision>1</cp:revision>
  <dcterms:created xsi:type="dcterms:W3CDTF">2026-05-25T13:52:18Z</dcterms:created>
  <dcterms:modified xsi:type="dcterms:W3CDTF">2026-05-25T13:52:18Z</dcterms:modified>
</cp:coreProperties>
</file>